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321" r:id="rId3"/>
    <p:sldId id="319" r:id="rId4"/>
    <p:sldId id="273" r:id="rId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4E0B"/>
    <a:srgbClr val="FF5817"/>
    <a:srgbClr val="FF2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2E8"/>
          </a:solidFill>
        </a:fill>
      </a:tcStyle>
    </a:wholeTbl>
    <a:band2H>
      <a:tcTxStyle/>
      <a:tcStyle>
        <a:tcBdr/>
        <a:fill>
          <a:solidFill>
            <a:srgbClr val="E6EA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2E7CB"/>
          </a:solidFill>
        </a:fill>
      </a:tcStyle>
    </a:wholeTbl>
    <a:band2H>
      <a:tcTxStyle/>
      <a:tcStyle>
        <a:tcBdr/>
        <a:fill>
          <a:solidFill>
            <a:srgbClr val="F8F4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CDDE"/>
          </a:solidFill>
        </a:fill>
      </a:tcStyle>
    </a:wholeTbl>
    <a:band2H>
      <a:tcTxStyle/>
      <a:tcStyle>
        <a:tcBdr/>
        <a:fill>
          <a:solidFill>
            <a:srgbClr val="EBE8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26"/>
    <p:restoredTop sz="94689"/>
  </p:normalViewPr>
  <p:slideViewPr>
    <p:cSldViewPr snapToGrid="0" snapToObjects="1">
      <p:cViewPr varScale="1">
        <p:scale>
          <a:sx n="71" d="100"/>
          <a:sy n="71" d="100"/>
        </p:scale>
        <p:origin x="4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Shape 193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94" name="Shape 194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ti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yexwnokfdnphfkuh.jpg" descr="yexwnokfdnphfkuh.jpg"/>
          <p:cNvPicPr>
            <a:picLocks noChangeAspect="1"/>
          </p:cNvPicPr>
          <p:nvPr/>
        </p:nvPicPr>
        <p:blipFill>
          <a:blip r:embed="rId2"/>
          <a:srcRect l="43765" r="1684"/>
          <a:stretch>
            <a:fillRect/>
          </a:stretch>
        </p:blipFill>
        <p:spPr>
          <a:xfrm>
            <a:off x="-6169" y="0"/>
            <a:ext cx="7481889" cy="137160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7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64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5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66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8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6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286589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成组"/>
          <p:cNvGrpSpPr/>
          <p:nvPr/>
        </p:nvGrpSpPr>
        <p:grpSpPr>
          <a:xfrm>
            <a:off x="628871" y="640699"/>
            <a:ext cx="5079052" cy="487415"/>
            <a:chOff x="0" y="0"/>
            <a:chExt cx="5079051" cy="487413"/>
          </a:xfrm>
        </p:grpSpPr>
        <p:pic>
          <p:nvPicPr>
            <p:cNvPr id="49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0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51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53" name="KV Summit(1)-底纹.psd" descr="KV Summit(1)-底纹.p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KV Summit(1)-底纹.psd" descr="KV Summit(1)-底纹.ps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sp>
        <p:nvSpPr>
          <p:cNvPr id="55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5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侧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矩形"/>
          <p:cNvSpPr/>
          <p:nvPr/>
        </p:nvSpPr>
        <p:spPr>
          <a:xfrm flipH="1">
            <a:off x="-67992" y="-63457"/>
            <a:ext cx="7507546" cy="13842915"/>
          </a:xfrm>
          <a:prstGeom prst="rect">
            <a:avLst/>
          </a:prstGeom>
          <a:solidFill>
            <a:srgbClr val="F5F5F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490713">
              <a:defRPr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grpSp>
        <p:nvGrpSpPr>
          <p:cNvPr id="80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77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8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79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1" name="New Product Release"/>
          <p:cNvSpPr txBox="1"/>
          <p:nvPr/>
        </p:nvSpPr>
        <p:spPr>
          <a:xfrm>
            <a:off x="21544739" y="419100"/>
            <a:ext cx="2624988" cy="43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82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117" name="KV Summit(1)-底纹.psd" descr="KV Summit(1)-底纹.psd"/>
          <p:cNvPicPr>
            <a:picLocks noChangeAspect="1"/>
          </p:cNvPicPr>
          <p:nvPr/>
        </p:nvPicPr>
        <p:blipFill>
          <a:blip r:embed="rId2">
            <a:alphaModFix amt="25328"/>
          </a:blip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21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18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19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0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22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53585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34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31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32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3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特殊情况下用黑色 拷贝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矩形"/>
          <p:cNvSpPr/>
          <p:nvPr/>
        </p:nvSpPr>
        <p:spPr>
          <a:xfrm>
            <a:off x="-6168" y="-1"/>
            <a:ext cx="24396336" cy="13716002"/>
          </a:xfrm>
          <a:prstGeom prst="rect">
            <a:avLst/>
          </a:prstGeom>
          <a:solidFill>
            <a:srgbClr val="18181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solidFill>
                  <a:srgbClr val="53585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grpSp>
        <p:nvGrpSpPr>
          <p:cNvPr id="147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44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45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6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8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背景四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图像" descr="图像"/>
          <p:cNvPicPr>
            <a:picLocks noChangeAspect="1"/>
          </p:cNvPicPr>
          <p:nvPr/>
        </p:nvPicPr>
        <p:blipFill>
          <a:blip r:embed="rId2">
            <a:alphaModFix amt="30000"/>
          </a:blip>
          <a:srcRect t="4919" b="8801"/>
          <a:stretch>
            <a:fillRect/>
          </a:stretch>
        </p:blipFill>
        <p:spPr>
          <a:xfrm>
            <a:off x="-69104" y="-194433"/>
            <a:ext cx="24522207" cy="141048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3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170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1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72" name="图像" descr="图像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74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内页基本 拷贝"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成组"/>
          <p:cNvGrpSpPr/>
          <p:nvPr/>
        </p:nvGrpSpPr>
        <p:grpSpPr>
          <a:xfrm>
            <a:off x="18774775" y="627168"/>
            <a:ext cx="5279148" cy="500944"/>
            <a:chOff x="0" y="0"/>
            <a:chExt cx="5279147" cy="500943"/>
          </a:xfrm>
        </p:grpSpPr>
        <p:sp>
          <p:nvSpPr>
            <p:cNvPr id="182" name="线条"/>
            <p:cNvSpPr/>
            <p:nvPr/>
          </p:nvSpPr>
          <p:spPr>
            <a:xfrm flipV="1">
              <a:off x="2946922" y="13531"/>
              <a:ext cx="3" cy="487413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183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3390"/>
              <a:ext cx="2752576" cy="4786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84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75" y="0"/>
              <a:ext cx="1960773" cy="4874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86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187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88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成组"/>
          <p:cNvGrpSpPr/>
          <p:nvPr/>
        </p:nvGrpSpPr>
        <p:grpSpPr>
          <a:xfrm>
            <a:off x="18868871" y="640699"/>
            <a:ext cx="5079053" cy="487415"/>
            <a:chOff x="0" y="0"/>
            <a:chExt cx="5079051" cy="487413"/>
          </a:xfrm>
        </p:grpSpPr>
        <p:pic>
          <p:nvPicPr>
            <p:cNvPr id="2" name="图像" descr="图像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0" y="4380"/>
              <a:ext cx="2756845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" name="线条"/>
            <p:cNvSpPr/>
            <p:nvPr/>
          </p:nvSpPr>
          <p:spPr>
            <a:xfrm flipV="1">
              <a:off x="2948826" y="0"/>
              <a:ext cx="2" cy="487415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4" name="图像" descr="图像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282135" y="4380"/>
              <a:ext cx="1796917" cy="4786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" name="New Product Release"/>
          <p:cNvSpPr txBox="1"/>
          <p:nvPr/>
        </p:nvSpPr>
        <p:spPr>
          <a:xfrm>
            <a:off x="10879506" y="13219099"/>
            <a:ext cx="262498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821530">
              <a:lnSpc>
                <a:spcPct val="120000"/>
              </a:lnSpc>
              <a:defRPr sz="2000">
                <a:solidFill>
                  <a:srgbClr val="A6AAA9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3653366" y="1958422"/>
            <a:ext cx="19507201" cy="249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3610166" y="4458252"/>
            <a:ext cx="9550401" cy="8761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9" cy="4699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52" r:id="rId2"/>
    <p:sldLayoutId id="2147483654" r:id="rId3"/>
    <p:sldLayoutId id="2147483657" r:id="rId4"/>
    <p:sldLayoutId id="2147483658" r:id="rId5"/>
    <p:sldLayoutId id="2147483659" r:id="rId6"/>
    <p:sldLayoutId id="2147483661" r:id="rId7"/>
    <p:sldLayoutId id="2147483662" r:id="rId8"/>
    <p:sldLayoutId id="2147483663" r:id="rId9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1pPr>
      <a:lvl2pPr marL="127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2pPr>
      <a:lvl3pPr marL="190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3pPr>
      <a:lvl4pPr marL="254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4pPr>
      <a:lvl5pPr marL="317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5pPr>
      <a:lvl6pPr marL="381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6pPr>
      <a:lvl7pPr marL="444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7pPr>
      <a:lvl8pPr marL="5080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8pPr>
      <a:lvl9pPr marL="5715000" marR="0" indent="-635000" algn="l" defTabSz="825500" rtl="0" latinLnBrk="0">
        <a:lnSpc>
          <a:spcPct val="100000"/>
        </a:lnSpc>
        <a:spcBef>
          <a:spcPts val="5200"/>
        </a:spcBef>
        <a:spcAft>
          <a:spcPts val="0"/>
        </a:spcAft>
        <a:buClrTx/>
        <a:buSzPct val="7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Light"/>
          <a:ea typeface="Helvetica Light"/>
          <a:cs typeface="Helvetica Light"/>
          <a:sym typeface="Helvetica Light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这里是标题平头哥PPT模版"/>
          <p:cNvSpPr txBox="1"/>
          <p:nvPr/>
        </p:nvSpPr>
        <p:spPr>
          <a:xfrm>
            <a:off x="3100468" y="4956136"/>
            <a:ext cx="18183064" cy="1138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821529">
              <a:defRPr sz="7400">
                <a:solidFill>
                  <a:srgbClr val="FF500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en-US" dirty="0"/>
              <a:t>PPU For PPU</a:t>
            </a:r>
            <a:endParaRPr dirty="0"/>
          </a:p>
        </p:txBody>
      </p:sp>
      <p:sp>
        <p:nvSpPr>
          <p:cNvPr id="197" name="演讲人姓名"/>
          <p:cNvSpPr txBox="1"/>
          <p:nvPr/>
        </p:nvSpPr>
        <p:spPr>
          <a:xfrm>
            <a:off x="8410540" y="10045734"/>
            <a:ext cx="7562917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821529">
              <a:defRPr sz="55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演讲人姓名-微软雅黑55</a:t>
            </a:r>
          </a:p>
        </p:txBody>
      </p:sp>
      <p:sp>
        <p:nvSpPr>
          <p:cNvPr id="198" name="职位名称平头哥市场高级专家"/>
          <p:cNvSpPr txBox="1"/>
          <p:nvPr/>
        </p:nvSpPr>
        <p:spPr>
          <a:xfrm>
            <a:off x="6657482" y="11197796"/>
            <a:ext cx="11069036" cy="1107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821529">
              <a:defRPr sz="36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dirty="0"/>
              <a:t>职位名称-微软雅黑36</a:t>
            </a:r>
          </a:p>
          <a:p>
            <a:pPr defTabSz="821529">
              <a:defRPr sz="36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pPr>
            <a:r>
              <a:rPr dirty="0"/>
              <a:t>202</a:t>
            </a:r>
            <a:r>
              <a:rPr lang="en-US" dirty="0"/>
              <a:t>5</a:t>
            </a:r>
            <a:r>
              <a:rPr dirty="0"/>
              <a:t>/</a:t>
            </a:r>
            <a:r>
              <a:rPr lang="en-US" dirty="0"/>
              <a:t>12/xx</a:t>
            </a:r>
            <a:endParaRPr dirty="0"/>
          </a:p>
        </p:txBody>
      </p:sp>
      <p:sp>
        <p:nvSpPr>
          <p:cNvPr id="199" name="New Future on Cloud"/>
          <p:cNvSpPr txBox="1"/>
          <p:nvPr/>
        </p:nvSpPr>
        <p:spPr>
          <a:xfrm>
            <a:off x="6391342" y="6253522"/>
            <a:ext cx="11601316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457200">
              <a:defRPr sz="4000">
                <a:solidFill>
                  <a:srgbClr val="FF500C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副标题-微软雅黑 40 </a:t>
            </a:r>
          </a:p>
        </p:txBody>
      </p:sp>
      <p:grpSp>
        <p:nvGrpSpPr>
          <p:cNvPr id="203" name="成组"/>
          <p:cNvGrpSpPr/>
          <p:nvPr/>
        </p:nvGrpSpPr>
        <p:grpSpPr>
          <a:xfrm>
            <a:off x="853287" y="553848"/>
            <a:ext cx="4704399" cy="451463"/>
            <a:chOff x="0" y="0"/>
            <a:chExt cx="4704397" cy="451462"/>
          </a:xfrm>
        </p:grpSpPr>
        <p:pic>
          <p:nvPicPr>
            <p:cNvPr id="200" name="图像" descr="图像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1" y="4056"/>
              <a:ext cx="2553489" cy="4433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1" name="线条"/>
            <p:cNvSpPr/>
            <p:nvPr/>
          </p:nvSpPr>
          <p:spPr>
            <a:xfrm flipV="1">
              <a:off x="2731308" y="-1"/>
              <a:ext cx="3" cy="451463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pic>
          <p:nvPicPr>
            <p:cNvPr id="202" name="图像" descr="图像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0030" y="4056"/>
              <a:ext cx="1664368" cy="44334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s">
            <a:extLst>
              <a:ext uri="{FF2B5EF4-FFF2-40B4-BE49-F238E27FC236}">
                <a16:creationId xmlns:a16="http://schemas.microsoft.com/office/drawing/2014/main" id="{5FDE7978-F0E2-7036-C826-0EDE813F6C2D}"/>
              </a:ext>
            </a:extLst>
          </p:cNvPr>
          <p:cNvSpPr txBox="1"/>
          <p:nvPr/>
        </p:nvSpPr>
        <p:spPr>
          <a:xfrm>
            <a:off x="1522058" y="4953227"/>
            <a:ext cx="4678820" cy="1277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576" tIns="22576" rIns="22576" bIns="22576">
            <a:spAutoFit/>
          </a:bodyPr>
          <a:lstStyle>
            <a:lvl1pPr algn="l" defTabSz="366887">
              <a:defRPr sz="7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Contents</a:t>
            </a:r>
          </a:p>
        </p:txBody>
      </p:sp>
      <p:sp>
        <p:nvSpPr>
          <p:cNvPr id="3" name="目录">
            <a:extLst>
              <a:ext uri="{FF2B5EF4-FFF2-40B4-BE49-F238E27FC236}">
                <a16:creationId xmlns:a16="http://schemas.microsoft.com/office/drawing/2014/main" id="{2B8C771B-E661-2FAE-BD40-AF82A0A99F85}"/>
              </a:ext>
            </a:extLst>
          </p:cNvPr>
          <p:cNvSpPr txBox="1"/>
          <p:nvPr/>
        </p:nvSpPr>
        <p:spPr>
          <a:xfrm>
            <a:off x="1484456" y="6219473"/>
            <a:ext cx="4111282" cy="1277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576" tIns="22576" rIns="22576" bIns="22576">
            <a:spAutoFit/>
          </a:bodyPr>
          <a:lstStyle>
            <a:lvl1pPr algn="l" defTabSz="366887">
              <a:defRPr sz="7400"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目录</a:t>
            </a:r>
          </a:p>
        </p:txBody>
      </p:sp>
      <p:sp>
        <p:nvSpPr>
          <p:cNvPr id="4" name="文本框 1">
            <a:extLst>
              <a:ext uri="{FF2B5EF4-FFF2-40B4-BE49-F238E27FC236}">
                <a16:creationId xmlns:a16="http://schemas.microsoft.com/office/drawing/2014/main" id="{824F74E9-6D7E-F16E-BDDF-7817135C8BFE}"/>
              </a:ext>
            </a:extLst>
          </p:cNvPr>
          <p:cNvSpPr txBox="1"/>
          <p:nvPr/>
        </p:nvSpPr>
        <p:spPr>
          <a:xfrm>
            <a:off x="9885636" y="3376966"/>
            <a:ext cx="1056613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t>01</a:t>
            </a:r>
          </a:p>
        </p:txBody>
      </p:sp>
      <p:sp>
        <p:nvSpPr>
          <p:cNvPr id="5" name="IT基础设施云化">
            <a:extLst>
              <a:ext uri="{FF2B5EF4-FFF2-40B4-BE49-F238E27FC236}">
                <a16:creationId xmlns:a16="http://schemas.microsoft.com/office/drawing/2014/main" id="{417A22C2-AADD-2157-FFDD-3E1068665E11}"/>
              </a:ext>
            </a:extLst>
          </p:cNvPr>
          <p:cNvSpPr txBox="1"/>
          <p:nvPr/>
        </p:nvSpPr>
        <p:spPr>
          <a:xfrm>
            <a:off x="11057483" y="3360168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>
                <a:latin typeface="-apple-system"/>
              </a:rPr>
              <a:t>个人介绍</a:t>
            </a:r>
            <a:endParaRPr dirty="0"/>
          </a:p>
        </p:txBody>
      </p:sp>
      <p:sp>
        <p:nvSpPr>
          <p:cNvPr id="6" name="文本框 1">
            <a:extLst>
              <a:ext uri="{FF2B5EF4-FFF2-40B4-BE49-F238E27FC236}">
                <a16:creationId xmlns:a16="http://schemas.microsoft.com/office/drawing/2014/main" id="{B8D7B28B-F9B9-CF65-DEFF-198D8C820012}"/>
              </a:ext>
            </a:extLst>
          </p:cNvPr>
          <p:cNvSpPr txBox="1"/>
          <p:nvPr/>
        </p:nvSpPr>
        <p:spPr>
          <a:xfrm>
            <a:off x="9885636" y="5490143"/>
            <a:ext cx="1056614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02</a:t>
            </a:r>
          </a:p>
        </p:txBody>
      </p:sp>
      <p:sp>
        <p:nvSpPr>
          <p:cNvPr id="7" name="IT基础设施云化">
            <a:extLst>
              <a:ext uri="{FF2B5EF4-FFF2-40B4-BE49-F238E27FC236}">
                <a16:creationId xmlns:a16="http://schemas.microsoft.com/office/drawing/2014/main" id="{E77E8745-D86F-A2F6-0EC3-5EF0E97EB850}"/>
              </a:ext>
            </a:extLst>
          </p:cNvPr>
          <p:cNvSpPr txBox="1"/>
          <p:nvPr/>
        </p:nvSpPr>
        <p:spPr>
          <a:xfrm>
            <a:off x="11057480" y="5498745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CN" dirty="0">
                <a:latin typeface="-apple-system"/>
              </a:rPr>
              <a:t>半年</a:t>
            </a:r>
            <a:r>
              <a:rPr lang="zh-CN" altLang="en-US" dirty="0">
                <a:latin typeface="-apple-system"/>
              </a:rPr>
              <a:t>总结</a:t>
            </a:r>
            <a:endParaRPr lang="zh-CN" altLang="en-US" dirty="0"/>
          </a:p>
        </p:txBody>
      </p:sp>
      <p:sp>
        <p:nvSpPr>
          <p:cNvPr id="8" name="文本框 1">
            <a:extLst>
              <a:ext uri="{FF2B5EF4-FFF2-40B4-BE49-F238E27FC236}">
                <a16:creationId xmlns:a16="http://schemas.microsoft.com/office/drawing/2014/main" id="{DC513043-C248-8B2E-98C8-0DF99C2B56AC}"/>
              </a:ext>
            </a:extLst>
          </p:cNvPr>
          <p:cNvSpPr txBox="1"/>
          <p:nvPr/>
        </p:nvSpPr>
        <p:spPr>
          <a:xfrm>
            <a:off x="9885636" y="7765644"/>
            <a:ext cx="1056614" cy="10007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9523" tIns="49523" rIns="49523" bIns="49523" anchor="ctr">
            <a:spAutoFit/>
          </a:bodyPr>
          <a:lstStyle>
            <a:lvl1pPr algn="l" defTabSz="490713">
              <a:lnSpc>
                <a:spcPct val="110000"/>
              </a:lnSpc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dirty="0"/>
              <a:t>03</a:t>
            </a:r>
          </a:p>
        </p:txBody>
      </p:sp>
      <p:sp>
        <p:nvSpPr>
          <p:cNvPr id="9" name="IT基础设施云化">
            <a:extLst>
              <a:ext uri="{FF2B5EF4-FFF2-40B4-BE49-F238E27FC236}">
                <a16:creationId xmlns:a16="http://schemas.microsoft.com/office/drawing/2014/main" id="{C0009461-E5CC-3ADF-683F-AC9B0A80EED8}"/>
              </a:ext>
            </a:extLst>
          </p:cNvPr>
          <p:cNvSpPr txBox="1"/>
          <p:nvPr/>
        </p:nvSpPr>
        <p:spPr>
          <a:xfrm>
            <a:off x="11057480" y="7774247"/>
            <a:ext cx="2826982" cy="88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8221" tIns="28221" rIns="28221" bIns="28221">
            <a:spAutoFit/>
          </a:bodyPr>
          <a:lstStyle>
            <a:lvl1pPr algn="l" defTabSz="458609">
              <a:defRPr sz="5400">
                <a:solidFill>
                  <a:srgbClr val="53585F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</a:lstStyle>
          <a:p>
            <a:r>
              <a:rPr lang="zh-CN" altLang="en-US" dirty="0"/>
              <a:t>未来规划</a:t>
            </a:r>
          </a:p>
        </p:txBody>
      </p:sp>
    </p:spTree>
    <p:extLst>
      <p:ext uri="{BB962C8B-B14F-4D97-AF65-F5344CB8AC3E}">
        <p14:creationId xmlns:p14="http://schemas.microsoft.com/office/powerpoint/2010/main" val="37205861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497BD-911C-6E6E-2C80-342CBB54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01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KV Summit(1)-底纹.psd" descr="KV Summit(1)-底纹.ps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1204" y="0"/>
            <a:ext cx="24386408" cy="137160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10" name="谢谢观赏"/>
          <p:cNvSpPr txBox="1"/>
          <p:nvPr/>
        </p:nvSpPr>
        <p:spPr>
          <a:xfrm>
            <a:off x="1392108" y="4129887"/>
            <a:ext cx="8011732" cy="2184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 defTabSz="821690">
              <a:defRPr sz="13000" spc="2600"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谢谢</a:t>
            </a:r>
          </a:p>
        </p:txBody>
      </p:sp>
      <p:sp>
        <p:nvSpPr>
          <p:cNvPr id="411" name="THANKS FOR YOUR ATTENTION"/>
          <p:cNvSpPr txBox="1"/>
          <p:nvPr/>
        </p:nvSpPr>
        <p:spPr>
          <a:xfrm>
            <a:off x="1498806" y="6218832"/>
            <a:ext cx="11601315" cy="6604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/>
          <a:p>
            <a:pPr algn="l" defTabSz="457200">
              <a:defRPr sz="4000"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t>THANK YOU</a:t>
            </a:r>
          </a:p>
        </p:txBody>
      </p:sp>
      <p:grpSp>
        <p:nvGrpSpPr>
          <p:cNvPr id="417" name="成组"/>
          <p:cNvGrpSpPr/>
          <p:nvPr/>
        </p:nvGrpSpPr>
        <p:grpSpPr>
          <a:xfrm>
            <a:off x="1162031" y="11227910"/>
            <a:ext cx="6889081" cy="661112"/>
            <a:chOff x="0" y="0"/>
            <a:chExt cx="6889080" cy="661110"/>
          </a:xfrm>
        </p:grpSpPr>
        <p:sp>
          <p:nvSpPr>
            <p:cNvPr id="412" name="线条"/>
            <p:cNvSpPr/>
            <p:nvPr/>
          </p:nvSpPr>
          <p:spPr>
            <a:xfrm flipV="1">
              <a:off x="3999705" y="-1"/>
              <a:ext cx="2" cy="661111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endParaRPr/>
            </a:p>
          </p:txBody>
        </p:sp>
        <p:grpSp>
          <p:nvGrpSpPr>
            <p:cNvPr id="416" name="成组"/>
            <p:cNvGrpSpPr/>
            <p:nvPr/>
          </p:nvGrpSpPr>
          <p:grpSpPr>
            <a:xfrm>
              <a:off x="-1" y="0"/>
              <a:ext cx="6889081" cy="661111"/>
              <a:chOff x="0" y="0"/>
              <a:chExt cx="6889080" cy="661109"/>
            </a:xfrm>
          </p:grpSpPr>
          <p:pic>
            <p:nvPicPr>
              <p:cNvPr id="413" name="图像" descr="图像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5942"/>
                <a:ext cx="3739305" cy="64922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  <p:sp>
            <p:nvSpPr>
              <p:cNvPr id="414" name="线条"/>
              <p:cNvSpPr/>
              <p:nvPr/>
            </p:nvSpPr>
            <p:spPr>
              <a:xfrm flipV="1">
                <a:off x="3999707" y="0"/>
                <a:ext cx="2" cy="661111"/>
              </a:xfrm>
              <a:prstGeom prst="line">
                <a:avLst/>
              </a:prstGeom>
              <a:noFill/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endParaRPr/>
              </a:p>
            </p:txBody>
          </p:sp>
          <p:pic>
            <p:nvPicPr>
              <p:cNvPr id="415" name="图像" descr="图像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51797" y="5942"/>
                <a:ext cx="2437284" cy="649227"/>
              </a:xfrm>
              <a:prstGeom prst="rect">
                <a:avLst/>
              </a:prstGeom>
              <a:ln w="12700" cap="flat">
                <a:noFill/>
                <a:miter lim="400000"/>
                <a:headEnd/>
                <a:tailEnd/>
              </a:ln>
              <a:effectLst/>
            </p:spPr>
          </p:pic>
        </p:grpSp>
      </p:grpSp>
      <p:sp>
        <p:nvSpPr>
          <p:cNvPr id="418" name="New Product Release"/>
          <p:cNvSpPr txBox="1"/>
          <p:nvPr/>
        </p:nvSpPr>
        <p:spPr>
          <a:xfrm>
            <a:off x="21544739" y="419100"/>
            <a:ext cx="2624987" cy="4318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1690">
              <a:lnSpc>
                <a:spcPct val="120000"/>
              </a:lnSpc>
              <a:defRPr sz="2000">
                <a:solidFill>
                  <a:srgbClr val="A6AAA9"/>
                </a:solidFill>
                <a:latin typeface="微软雅黑"/>
                <a:ea typeface="微软雅黑"/>
                <a:cs typeface="微软雅黑"/>
                <a:sym typeface="微软雅黑"/>
              </a:defRPr>
            </a:lvl1pPr>
          </a:lstStyle>
          <a:p>
            <a:r>
              <a:t>T-Head Confidential</a:t>
            </a:r>
          </a:p>
        </p:txBody>
      </p:sp>
      <p:sp>
        <p:nvSpPr>
          <p:cNvPr id="419" name="文本框 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E6636BC20180234D78A0072836F0BE2032B9B20C101A6B00A7D98F3EB10C2B7E2B41B138F16DDB0A22492308C8468DEB6F09218AB1D01B111BBFC20D702E26D324F262AD812666D7E4D42E776E524B9486B5EC517C6806C2A80E41915072DC78D9A62D910E3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1377</TotalTime>
  <Words>38</Words>
  <Application>Microsoft Macintosh PowerPoint</Application>
  <PresentationFormat>Custom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-apple-system</vt:lpstr>
      <vt:lpstr>Microsoft YaHei</vt:lpstr>
      <vt:lpstr>Helvetica</vt:lpstr>
      <vt:lpstr>Helvetica Light</vt:lpstr>
      <vt:lpstr>Helvetica Neue</vt:lpstr>
      <vt:lpstr>White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Liwei Sun</cp:lastModifiedBy>
  <cp:revision>24</cp:revision>
  <dcterms:modified xsi:type="dcterms:W3CDTF">2026-04-14T01:35:45Z</dcterms:modified>
</cp:coreProperties>
</file>